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87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95462D-1989-F7F2-5314-C2B13AEA19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494D755-09D0-1A95-8F2E-ED4D146004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52FC818-D8C6-22F1-D9C1-61D1181B6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89B78-53DF-43D3-BFAA-E1F69713661A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38AC48F-69FF-9E95-3639-7BFC9006F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2A99B8E-4665-6042-AC07-55F683B53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CCEE0-171A-4C5A-895C-9BF35F43F6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79523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CCCC04-80B0-8CA7-F640-53335BC11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0E24DDE-64FF-FAF5-F3E2-0B8DC1C41C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0503FF0-50F6-E884-2E23-80751AC8D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89B78-53DF-43D3-BFAA-E1F69713661A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290F2C4-4F5D-BA9D-E529-F1133D994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5D38C7B-4194-CC10-2571-D81372302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CCEE0-171A-4C5A-895C-9BF35F43F6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9652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931259-2AF3-203D-09F1-1EDDA8C32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384A95C-8541-2F6B-B58F-F20294204C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185F120-F6D0-5A91-8D9B-B91184A29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89B78-53DF-43D3-BFAA-E1F69713661A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2DB23C3-BF4C-F9A2-786D-641DEF008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27A8109-A60D-7E84-5F6F-17490749C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CCEE0-171A-4C5A-895C-9BF35F43F6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2573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E253C6-397D-D16C-B228-37FB433FB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3AF7D35-AB9E-DCB1-E0D4-09643C1BCF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EC43A97-F44C-E8C4-5A49-F8E225E150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08C55BE-D121-029D-2236-5AE960E93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89B78-53DF-43D3-BFAA-E1F69713661A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F499A68-C8AA-C470-577E-9D28F0791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614B05C-71FB-E98D-F2D8-274044076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CCEE0-171A-4C5A-895C-9BF35F43F6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73527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26B720-2967-25EB-96CC-F673FD4FA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F94F3F9-D7C1-020A-1B7D-F64A2FFA93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DDA8719-7B52-0E7B-7B74-5D51BF708B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0CE420D-DD1B-0F9C-04FB-B3C00B55D5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829452C-53F4-DF5E-26EB-6FC81F0831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A1D681D-B41D-A67A-9A18-02A4D0B9A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89B78-53DF-43D3-BFAA-E1F69713661A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7DA9734-D0A4-2808-D07C-C91D80A12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C1A3E36-B550-EE77-5CC2-D61FC71B6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CCEE0-171A-4C5A-895C-9BF35F43F6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91740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5B1068-F83D-C3B1-0E10-B619CECF9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61AA944-4050-1934-084E-7DDE9ACDC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89B78-53DF-43D3-BFAA-E1F69713661A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75204DF-7387-A853-1C28-C7E05094D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3C3C644-08C9-2E7D-E276-298689868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CCEE0-171A-4C5A-895C-9BF35F43F6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2685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63C4D01-B880-C1EB-6C3F-5B89D8662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89B78-53DF-43D3-BFAA-E1F69713661A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3494B7B-730C-5297-4FB5-FB13EFEE5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50C179C-A4EB-30E2-14A2-294339D7D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CCEE0-171A-4C5A-895C-9BF35F43F6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66349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93C60D-4647-6A84-1A75-D2C65773D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59E8FEF-62CF-A294-510C-1F1173B37E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39DB6DA-F00D-2BAC-59D8-7C9972E9EB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0440F8C-DEAB-A94B-926A-A27D8529A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89B78-53DF-43D3-BFAA-E1F69713661A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51F8C97-71ED-5708-835A-0BE59C234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10C8DBA-E049-D2EA-4A93-CCBA3B560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CCEE0-171A-4C5A-895C-9BF35F43F6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32344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8496A2-1A83-AB21-E9AE-F902D8446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C31F538-4D49-CA6C-18CE-F10415C511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0163886-FEF5-CF2E-C17D-35B6CB4A4A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7333E45-4AF6-FBD9-A982-84998C86C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89B78-53DF-43D3-BFAA-E1F69713661A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773609B-C509-36B0-B8D9-8B588377F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68A4912-E75D-AE60-663E-8206EEC41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CCEE0-171A-4C5A-895C-9BF35F43F6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88061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5FFD65-9C82-3227-CD02-62BA69E1B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EA04DFF-7264-C89E-F3EE-210E5C1746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5E4CF35-D220-DAC3-138A-796CC2CDB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89B78-53DF-43D3-BFAA-E1F69713661A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3FBB53C-FB9D-B24E-D990-C6B39FA96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F60A877-21F0-C7FA-D55B-AF7DE0377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CCEE0-171A-4C5A-895C-9BF35F43F6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6719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34CDF72-CFDF-8E5D-7AA9-143CFF18BD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D7DBFFB-E06E-8A02-A049-B77518D986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7893618-B2BF-5B39-CBAC-C208BFEF7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89B78-53DF-43D3-BFAA-E1F69713661A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97EDB7C-2477-E0BD-6A52-BC56F44FC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EF45ED9-C092-4B5C-D4EB-59E79E304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CCEE0-171A-4C5A-895C-9BF35F43F6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889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EE7C06-5831-FC55-B2D8-4433C9CD3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5AD71F7-D2D7-1104-2B22-52A3064A2B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3495C93-B95E-73AD-8291-638B57144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89B78-53DF-43D3-BFAA-E1F69713661A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EFAE37E-7D9D-39CC-5428-B976C7828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1E6627F-1364-1679-226A-B70AF6195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CCEE0-171A-4C5A-895C-9BF35F43F6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0663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6F10EE-07CA-4B14-24E0-758312DBD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4253891-4EF6-DECE-882F-FD59ECB6F6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8B266ED-97DD-663C-9E9D-F22D4ED2B2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B89B78-53DF-43D3-BFAA-E1F69713661A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8B6964E-F90A-3D2C-C2D7-82CBF0B29A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A7DEF96-85BE-F7DD-AA3F-68E78ACDCA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1CCEE0-171A-4C5A-895C-9BF35F43F6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9414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C5997D-E2F5-8FB3-623D-FE661E76C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>
                <a:latin typeface="Aptos Display" panose="020B0004020202020204" pitchFamily="34" charset="0"/>
              </a:rPr>
              <a:t>TopCoinClicker</a:t>
            </a:r>
            <a:endParaRPr lang="ru-RU" sz="2800">
              <a:latin typeface="Aptos Display" panose="020B0004020202020204" pitchFamily="34" charset="0"/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814ACFA-1093-0738-C454-DF96A07C92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sz="2000">
                <a:latin typeface="Aptos" panose="020B0004020202020204" pitchFamily="34" charset="0"/>
              </a:rPr>
              <a:t>Клиент-серверная игра-кликер на Unity и ASP.NET Core</a:t>
            </a:r>
          </a:p>
          <a:p>
            <a:r>
              <a:rPr lang="ru-RU" sz="2000">
                <a:latin typeface="Aptos" panose="020B0004020202020204" pitchFamily="34" charset="0"/>
              </a:rPr>
              <a:t>Авторизация, сохранение прогресса и таблица лидеров</a:t>
            </a:r>
          </a:p>
          <a:p>
            <a:r>
              <a:rPr lang="ru-RU" sz="2000">
                <a:latin typeface="Aptos" panose="020B0004020202020204" pitchFamily="34" charset="0"/>
              </a:rPr>
              <a:t>Игровые действия выполняются через Web API</a:t>
            </a:r>
          </a:p>
        </p:txBody>
      </p:sp>
    </p:spTree>
    <p:extLst>
      <p:ext uri="{BB962C8B-B14F-4D97-AF65-F5344CB8AC3E}">
        <p14:creationId xmlns:p14="http://schemas.microsoft.com/office/powerpoint/2010/main" val="2986275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191CA4-6FA4-D86B-C935-5B969AC0F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>
                <a:latin typeface="Aptos Display" panose="020B0004020202020204" pitchFamily="34" charset="0"/>
              </a:rPr>
              <a:t>Идея Проекта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DED8F88-2B6E-33E8-FE9A-5A7B979F86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sz="2000">
                <a:latin typeface="Aptos" panose="020B0004020202020204" pitchFamily="34" charset="0"/>
              </a:rPr>
              <a:t>Сделать не просто локальный кликер, а полноценное приложение</a:t>
            </a:r>
          </a:p>
          <a:p>
            <a:r>
              <a:rPr lang="ru-RU" sz="2000">
                <a:latin typeface="Aptos" panose="020B0004020202020204" pitchFamily="34" charset="0"/>
              </a:rPr>
              <a:t>Хранить прогресс и игровую логику на сервере</a:t>
            </a:r>
          </a:p>
          <a:p>
            <a:r>
              <a:rPr lang="ru-RU" sz="2000">
                <a:latin typeface="Aptos" panose="020B0004020202020204" pitchFamily="34" charset="0"/>
              </a:rPr>
              <a:t>Подготовить архитектуру для дальнейшего расширения</a:t>
            </a:r>
          </a:p>
        </p:txBody>
      </p:sp>
    </p:spTree>
    <p:extLst>
      <p:ext uri="{BB962C8B-B14F-4D97-AF65-F5344CB8AC3E}">
        <p14:creationId xmlns:p14="http://schemas.microsoft.com/office/powerpoint/2010/main" val="307181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76CBAC-B8A2-3C86-238C-7DA8FCEEC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>
                <a:latin typeface="Aptos Display" panose="020B0004020202020204" pitchFamily="34" charset="0"/>
              </a:rPr>
              <a:t>Основной Функционал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ADC7980-EBCF-55B3-D03A-82D49D9056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sz="2000">
                <a:latin typeface="Aptos" panose="020B0004020202020204" pitchFamily="34" charset="0"/>
              </a:rPr>
              <a:t>Вход в аккаунт</a:t>
            </a:r>
          </a:p>
          <a:p>
            <a:r>
              <a:rPr lang="ru-RU" sz="2000">
                <a:latin typeface="Aptos" panose="020B0004020202020204" pitchFamily="34" charset="0"/>
              </a:rPr>
              <a:t>Загрузка профиля игрока</a:t>
            </a:r>
          </a:p>
          <a:p>
            <a:r>
              <a:rPr lang="ru-RU" sz="2000">
                <a:latin typeface="Aptos" panose="020B0004020202020204" pitchFamily="34" charset="0"/>
              </a:rPr>
              <a:t>Клик по монете и начисление награды</a:t>
            </a:r>
          </a:p>
          <a:p>
            <a:r>
              <a:rPr lang="ru-RU" sz="2000">
                <a:latin typeface="Aptos" panose="020B0004020202020204" pitchFamily="34" charset="0"/>
              </a:rPr>
              <a:t>Улучшение силы тапа</a:t>
            </a:r>
          </a:p>
          <a:p>
            <a:r>
              <a:rPr lang="ru-RU" sz="2000">
                <a:latin typeface="Aptos" panose="020B0004020202020204" pitchFamily="34" charset="0"/>
              </a:rPr>
              <a:t>Перевод монет другим игрокам</a:t>
            </a:r>
          </a:p>
          <a:p>
            <a:r>
              <a:rPr lang="ru-RU" sz="2000">
                <a:latin typeface="Aptos" panose="020B0004020202020204" pitchFamily="34" charset="0"/>
              </a:rPr>
              <a:t>Таблица лидеров</a:t>
            </a:r>
          </a:p>
        </p:txBody>
      </p:sp>
    </p:spTree>
    <p:extLst>
      <p:ext uri="{BB962C8B-B14F-4D97-AF65-F5344CB8AC3E}">
        <p14:creationId xmlns:p14="http://schemas.microsoft.com/office/powerpoint/2010/main" val="16912669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E99078-AC32-C13B-9799-81742B043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>
                <a:latin typeface="Aptos Display" panose="020B0004020202020204" pitchFamily="34" charset="0"/>
              </a:rPr>
              <a:t>Архитектура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A52ECC3-BB8A-0F6C-4C55-D37EE5255A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sz="2000">
                <a:latin typeface="Aptos" panose="020B0004020202020204" pitchFamily="34" charset="0"/>
              </a:rPr>
              <a:t>Клиент: </a:t>
            </a:r>
            <a:r>
              <a:rPr lang="en-US" sz="2000">
                <a:latin typeface="Aptos" panose="020B0004020202020204" pitchFamily="34" charset="0"/>
              </a:rPr>
              <a:t>Unity, UI </a:t>
            </a:r>
            <a:r>
              <a:rPr lang="ru-RU" sz="2000">
                <a:latin typeface="Aptos" panose="020B0004020202020204" pitchFamily="34" charset="0"/>
              </a:rPr>
              <a:t>на </a:t>
            </a:r>
            <a:r>
              <a:rPr lang="en-US" sz="2000">
                <a:latin typeface="Aptos" panose="020B0004020202020204" pitchFamily="34" charset="0"/>
              </a:rPr>
              <a:t>TextMeshPro</a:t>
            </a:r>
            <a:endParaRPr lang="ru-RU" sz="2000">
              <a:latin typeface="Aptos" panose="020B0004020202020204" pitchFamily="34" charset="0"/>
            </a:endParaRPr>
          </a:p>
          <a:p>
            <a:r>
              <a:rPr lang="ru-RU" sz="2000">
                <a:latin typeface="Aptos" panose="020B0004020202020204" pitchFamily="34" charset="0"/>
              </a:rPr>
              <a:t>Сервер: </a:t>
            </a:r>
            <a:r>
              <a:rPr lang="en-US" sz="2000">
                <a:latin typeface="Aptos" panose="020B0004020202020204" pitchFamily="34" charset="0"/>
              </a:rPr>
              <a:t>ASP.NET Core Web API</a:t>
            </a:r>
            <a:endParaRPr lang="ru-RU" sz="2000">
              <a:latin typeface="Aptos" panose="020B0004020202020204" pitchFamily="34" charset="0"/>
            </a:endParaRPr>
          </a:p>
          <a:p>
            <a:r>
              <a:rPr lang="ru-RU" sz="2000">
                <a:latin typeface="Aptos" panose="020B0004020202020204" pitchFamily="34" charset="0"/>
              </a:rPr>
              <a:t>База данных: </a:t>
            </a:r>
            <a:r>
              <a:rPr lang="en-US" sz="2000">
                <a:latin typeface="Aptos" panose="020B0004020202020204" pitchFamily="34" charset="0"/>
              </a:rPr>
              <a:t>SQLite</a:t>
            </a:r>
            <a:endParaRPr lang="ru-RU" sz="2000">
              <a:latin typeface="Aptos" panose="020B0004020202020204" pitchFamily="34" charset="0"/>
            </a:endParaRPr>
          </a:p>
          <a:p>
            <a:r>
              <a:rPr lang="ru-RU" sz="2000">
                <a:latin typeface="Aptos" panose="020B0004020202020204" pitchFamily="34" charset="0"/>
              </a:rPr>
              <a:t>Обмен данными: </a:t>
            </a:r>
            <a:r>
              <a:rPr lang="en-US" sz="2000">
                <a:latin typeface="Aptos" panose="020B0004020202020204" pitchFamily="34" charset="0"/>
              </a:rPr>
              <a:t>HTTP + JSON</a:t>
            </a:r>
            <a:endParaRPr lang="ru-RU" sz="2000">
              <a:latin typeface="Aptos" panose="020B0004020202020204" pitchFamily="34" charset="0"/>
            </a:endParaRPr>
          </a:p>
          <a:p>
            <a:r>
              <a:rPr lang="ru-RU" sz="2000">
                <a:latin typeface="Aptos" panose="020B0004020202020204" pitchFamily="34" charset="0"/>
              </a:rPr>
              <a:t>Безопасность: </a:t>
            </a:r>
            <a:r>
              <a:rPr lang="en-US" sz="2000">
                <a:latin typeface="Aptos" panose="020B0004020202020204" pitchFamily="34" charset="0"/>
              </a:rPr>
              <a:t>JWT access token </a:t>
            </a:r>
            <a:r>
              <a:rPr lang="ru-RU" sz="2000">
                <a:latin typeface="Aptos" panose="020B0004020202020204" pitchFamily="34" charset="0"/>
              </a:rPr>
              <a:t>и </a:t>
            </a:r>
            <a:r>
              <a:rPr lang="en-US" sz="2000">
                <a:latin typeface="Aptos" panose="020B0004020202020204" pitchFamily="34" charset="0"/>
              </a:rPr>
              <a:t>refresh token</a:t>
            </a:r>
            <a:endParaRPr lang="ru-RU" sz="200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49305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042CF3-5D90-91CA-8B23-793F8945D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>
                <a:latin typeface="Aptos Display" panose="020B0004020202020204" pitchFamily="34" charset="0"/>
              </a:rPr>
              <a:t>Как Работает Система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BD333D6-3DE1-8A1F-16AF-1B4DD84F32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sz="2000">
                <a:latin typeface="Aptos" panose="020B0004020202020204" pitchFamily="34" charset="0"/>
              </a:rPr>
              <a:t>Пользователь входит в аккаунт</a:t>
            </a:r>
          </a:p>
          <a:p>
            <a:r>
              <a:rPr lang="ru-RU" sz="2000">
                <a:latin typeface="Aptos" panose="020B0004020202020204" pitchFamily="34" charset="0"/>
              </a:rPr>
              <a:t>Unity получает токены и загружает профиль</a:t>
            </a:r>
          </a:p>
          <a:p>
            <a:r>
              <a:rPr lang="ru-RU" sz="2000">
                <a:latin typeface="Aptos" panose="020B0004020202020204" pitchFamily="34" charset="0"/>
              </a:rPr>
              <a:t>Игрок отправляет игровые действия на сервер</a:t>
            </a:r>
          </a:p>
          <a:p>
            <a:r>
              <a:rPr lang="ru-RU" sz="2000">
                <a:latin typeface="Aptos" panose="020B0004020202020204" pitchFamily="34" charset="0"/>
              </a:rPr>
              <a:t>Сервер обновляет баланс, улучшения и рейтинг</a:t>
            </a:r>
          </a:p>
          <a:p>
            <a:r>
              <a:rPr lang="ru-RU" sz="2000">
                <a:latin typeface="Aptos" panose="020B0004020202020204" pitchFamily="34" charset="0"/>
              </a:rPr>
              <a:t>Клиент получает ответ и обновляет интерфейс</a:t>
            </a:r>
          </a:p>
        </p:txBody>
      </p:sp>
    </p:spTree>
    <p:extLst>
      <p:ext uri="{BB962C8B-B14F-4D97-AF65-F5344CB8AC3E}">
        <p14:creationId xmlns:p14="http://schemas.microsoft.com/office/powerpoint/2010/main" val="26616454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C24A42-A7AD-7818-89C4-8CEA2212C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>
                <a:latin typeface="Aptos Display" panose="020B0004020202020204" pitchFamily="34" charset="0"/>
              </a:rPr>
              <a:t>Игровая Логика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66310A1-F9F3-3247-0293-734BD70115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sz="2000">
                <a:latin typeface="Aptos" panose="020B0004020202020204" pitchFamily="34" charset="0"/>
              </a:rPr>
              <a:t>Награда за тап зависит от уровня улучшения</a:t>
            </a:r>
          </a:p>
          <a:p>
            <a:r>
              <a:rPr lang="ru-RU" sz="2000">
                <a:latin typeface="Aptos" panose="020B0004020202020204" pitchFamily="34" charset="0"/>
              </a:rPr>
              <a:t>Стоимость улучшения растет по мере прогресса</a:t>
            </a:r>
          </a:p>
          <a:p>
            <a:r>
              <a:rPr lang="ru-RU" sz="2000">
                <a:latin typeface="Aptos" panose="020B0004020202020204" pitchFamily="34" charset="0"/>
              </a:rPr>
              <a:t>Перевод монет проверяет баланс и получателя</a:t>
            </a:r>
          </a:p>
          <a:p>
            <a:r>
              <a:rPr lang="ru-RU" sz="2000">
                <a:latin typeface="Aptos" panose="020B0004020202020204" pitchFamily="34" charset="0"/>
              </a:rPr>
              <a:t>Топ игроков строится по балансу</a:t>
            </a:r>
          </a:p>
        </p:txBody>
      </p:sp>
    </p:spTree>
    <p:extLst>
      <p:ext uri="{BB962C8B-B14F-4D97-AF65-F5344CB8AC3E}">
        <p14:creationId xmlns:p14="http://schemas.microsoft.com/office/powerpoint/2010/main" val="25334570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CFB1BB-3502-743C-36E3-D91554B0D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>
                <a:latin typeface="Aptos Display" panose="020B0004020202020204" pitchFamily="34" charset="0"/>
              </a:rPr>
              <a:t>Авторизация И Безопасность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F06F496-7E02-62E9-7015-32C7C2B3F4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sz="2000">
                <a:latin typeface="Aptos" panose="020B0004020202020204" pitchFamily="34" charset="0"/>
              </a:rPr>
              <a:t>Вход реализован через </a:t>
            </a:r>
            <a:r>
              <a:rPr lang="en-US" sz="2000">
                <a:latin typeface="Aptos" panose="020B0004020202020204" pitchFamily="34" charset="0"/>
              </a:rPr>
              <a:t>backend</a:t>
            </a:r>
            <a:endParaRPr lang="ru-RU" sz="2000">
              <a:latin typeface="Aptos" panose="020B0004020202020204" pitchFamily="34" charset="0"/>
            </a:endParaRPr>
          </a:p>
          <a:p>
            <a:r>
              <a:rPr lang="ru-RU" sz="2000">
                <a:latin typeface="Aptos" panose="020B0004020202020204" pitchFamily="34" charset="0"/>
              </a:rPr>
              <a:t>Сервер выдает </a:t>
            </a:r>
            <a:r>
              <a:rPr lang="en-US" sz="2000">
                <a:latin typeface="Aptos" panose="020B0004020202020204" pitchFamily="34" charset="0"/>
              </a:rPr>
              <a:t>access token </a:t>
            </a:r>
            <a:r>
              <a:rPr lang="ru-RU" sz="2000">
                <a:latin typeface="Aptos" panose="020B0004020202020204" pitchFamily="34" charset="0"/>
              </a:rPr>
              <a:t>и </a:t>
            </a:r>
            <a:r>
              <a:rPr lang="en-US" sz="2000">
                <a:latin typeface="Aptos" panose="020B0004020202020204" pitchFamily="34" charset="0"/>
              </a:rPr>
              <a:t>refresh token</a:t>
            </a:r>
            <a:endParaRPr lang="ru-RU" sz="2000">
              <a:latin typeface="Aptos" panose="020B0004020202020204" pitchFamily="34" charset="0"/>
            </a:endParaRPr>
          </a:p>
          <a:p>
            <a:r>
              <a:rPr lang="ru-RU" sz="2000">
                <a:latin typeface="Aptos" panose="020B0004020202020204" pitchFamily="34" charset="0"/>
              </a:rPr>
              <a:t>Access token используется для API-запросов</a:t>
            </a:r>
          </a:p>
          <a:p>
            <a:r>
              <a:rPr lang="ru-RU" sz="2000">
                <a:latin typeface="Aptos" panose="020B0004020202020204" pitchFamily="34" charset="0"/>
              </a:rPr>
              <a:t>При истечении access token клиент делает refresh</a:t>
            </a:r>
          </a:p>
          <a:p>
            <a:r>
              <a:rPr lang="ru-RU" sz="2000">
                <a:latin typeface="Aptos" panose="020B0004020202020204" pitchFamily="34" charset="0"/>
              </a:rPr>
              <a:t>Если refresh token истек, пользователь входит заново</a:t>
            </a:r>
          </a:p>
        </p:txBody>
      </p:sp>
    </p:spTree>
    <p:extLst>
      <p:ext uri="{BB962C8B-B14F-4D97-AF65-F5344CB8AC3E}">
        <p14:creationId xmlns:p14="http://schemas.microsoft.com/office/powerpoint/2010/main" val="30921325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FA1252-11D5-F8DF-7169-A593D6DA4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>
                <a:latin typeface="Aptos Display" panose="020B0004020202020204" pitchFamily="34" charset="0"/>
              </a:rPr>
              <a:t>Что Было Важно В Разработке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6C0A3C1-06A9-0449-1C1B-6A02D26609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sz="2000">
                <a:latin typeface="Aptos" panose="020B0004020202020204" pitchFamily="34" charset="0"/>
              </a:rPr>
              <a:t>Синхронизация </a:t>
            </a:r>
            <a:r>
              <a:rPr lang="en-US" sz="2000">
                <a:latin typeface="Aptos" panose="020B0004020202020204" pitchFamily="34" charset="0"/>
              </a:rPr>
              <a:t>Unity-</a:t>
            </a:r>
            <a:r>
              <a:rPr lang="ru-RU" sz="2000">
                <a:latin typeface="Aptos" panose="020B0004020202020204" pitchFamily="34" charset="0"/>
              </a:rPr>
              <a:t>клиента и </a:t>
            </a:r>
            <a:r>
              <a:rPr lang="en-US" sz="2000">
                <a:latin typeface="Aptos" panose="020B0004020202020204" pitchFamily="34" charset="0"/>
              </a:rPr>
              <a:t>backend</a:t>
            </a:r>
            <a:endParaRPr lang="ru-RU" sz="2000">
              <a:latin typeface="Aptos" panose="020B0004020202020204" pitchFamily="34" charset="0"/>
            </a:endParaRPr>
          </a:p>
          <a:p>
            <a:r>
              <a:rPr lang="ru-RU" sz="2000">
                <a:latin typeface="Aptos" panose="020B0004020202020204" pitchFamily="34" charset="0"/>
              </a:rPr>
              <a:t>Понятная обработка ошибок для пользователя</a:t>
            </a:r>
          </a:p>
          <a:p>
            <a:r>
              <a:rPr lang="ru-RU" sz="2000">
                <a:latin typeface="Aptos" panose="020B0004020202020204" pitchFamily="34" charset="0"/>
              </a:rPr>
              <a:t>Защита игровых данных от подмены на клиенте</a:t>
            </a:r>
          </a:p>
          <a:p>
            <a:r>
              <a:rPr lang="ru-RU" sz="2000">
                <a:latin typeface="Aptos" panose="020B0004020202020204" pitchFamily="34" charset="0"/>
              </a:rPr>
              <a:t>Корректная реализация refresh token flow</a:t>
            </a:r>
          </a:p>
        </p:txBody>
      </p:sp>
    </p:spTree>
    <p:extLst>
      <p:ext uri="{BB962C8B-B14F-4D97-AF65-F5344CB8AC3E}">
        <p14:creationId xmlns:p14="http://schemas.microsoft.com/office/powerpoint/2010/main" val="17451989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D030D1-7659-7ACF-8A53-19703684C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>
                <a:latin typeface="Aptos Display" panose="020B0004020202020204" pitchFamily="34" charset="0"/>
              </a:rPr>
              <a:t>Почему Проект Полноценный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434714B-91E4-8D20-019B-9A474D402B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sz="2000">
                <a:latin typeface="Aptos" panose="020B0004020202020204" pitchFamily="34" charset="0"/>
              </a:rPr>
              <a:t>Есть клиент, сервер и база данных</a:t>
            </a:r>
          </a:p>
          <a:p>
            <a:r>
              <a:rPr lang="ru-RU" sz="2000">
                <a:latin typeface="Aptos" panose="020B0004020202020204" pitchFamily="34" charset="0"/>
              </a:rPr>
              <a:t>Есть реальная авторизация и хранение прогресса</a:t>
            </a:r>
          </a:p>
          <a:p>
            <a:r>
              <a:rPr lang="ru-RU" sz="2000">
                <a:latin typeface="Aptos" panose="020B0004020202020204" pitchFamily="34" charset="0"/>
              </a:rPr>
              <a:t>Есть взаимодействие между игроками</a:t>
            </a:r>
          </a:p>
          <a:p>
            <a:r>
              <a:rPr lang="ru-RU" sz="2000">
                <a:latin typeface="Aptos" panose="020B0004020202020204" pitchFamily="34" charset="0"/>
              </a:rPr>
              <a:t>Архитектура уже готова к масштабированию</a:t>
            </a:r>
          </a:p>
        </p:txBody>
      </p:sp>
    </p:spTree>
    <p:extLst>
      <p:ext uri="{BB962C8B-B14F-4D97-AF65-F5344CB8AC3E}">
        <p14:creationId xmlns:p14="http://schemas.microsoft.com/office/powerpoint/2010/main" val="906976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44A634-37B5-1E6C-3E1C-22337EDEE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>
                <a:latin typeface="Aptos Display" panose="020B0004020202020204" pitchFamily="34" charset="0"/>
              </a:rPr>
              <a:t>Что Можно Улучшить Дальше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94F2B76-4513-E91D-2FE1-9EF3D35B28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sz="2000">
                <a:latin typeface="Aptos" panose="020B0004020202020204" pitchFamily="34" charset="0"/>
              </a:rPr>
              <a:t>Пассивный доход и бусты</a:t>
            </a:r>
          </a:p>
          <a:p>
            <a:r>
              <a:rPr lang="ru-RU" sz="2000">
                <a:latin typeface="Aptos" panose="020B0004020202020204" pitchFamily="34" charset="0"/>
              </a:rPr>
              <a:t>Ежедневные награды</a:t>
            </a:r>
          </a:p>
          <a:p>
            <a:r>
              <a:rPr lang="ru-RU" sz="2000">
                <a:latin typeface="Aptos" panose="020B0004020202020204" pitchFamily="34" charset="0"/>
              </a:rPr>
              <a:t>История переводов</a:t>
            </a:r>
          </a:p>
          <a:p>
            <a:r>
              <a:rPr lang="ru-RU" sz="2000">
                <a:latin typeface="Aptos" panose="020B0004020202020204" pitchFamily="34" charset="0"/>
              </a:rPr>
              <a:t>Достижения и магазин</a:t>
            </a:r>
          </a:p>
          <a:p>
            <a:r>
              <a:rPr lang="ru-RU" sz="2000">
                <a:latin typeface="Aptos" panose="020B0004020202020204" pitchFamily="34" charset="0"/>
              </a:rPr>
              <a:t>Более богатая визуальная часть</a:t>
            </a:r>
          </a:p>
        </p:txBody>
      </p:sp>
    </p:spTree>
    <p:extLst>
      <p:ext uri="{BB962C8B-B14F-4D97-AF65-F5344CB8AC3E}">
        <p14:creationId xmlns:p14="http://schemas.microsoft.com/office/powerpoint/2010/main" val="30610396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E09FA0-87FE-D978-FB75-1A32B41B5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>
                <a:latin typeface="Aptos Display" panose="020B0004020202020204" pitchFamily="34" charset="0"/>
              </a:rPr>
              <a:t>Итог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C3013E5-3CAA-447A-D7EF-535AD7CF9F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sz="2000">
                <a:latin typeface="Aptos" panose="020B0004020202020204" pitchFamily="34" charset="0"/>
              </a:rPr>
              <a:t>TopCoinClicker - это рабочий клиент-серверный clicker</a:t>
            </a:r>
          </a:p>
          <a:p>
            <a:r>
              <a:rPr lang="ru-RU" sz="2000">
                <a:latin typeface="Aptos" panose="020B0004020202020204" pitchFamily="34" charset="0"/>
              </a:rPr>
              <a:t>Проект объединяет Unity, Web API и JWT-авторизацию</a:t>
            </a:r>
          </a:p>
          <a:p>
            <a:r>
              <a:rPr lang="ru-RU" sz="2000">
                <a:latin typeface="Aptos" panose="020B0004020202020204" pitchFamily="34" charset="0"/>
              </a:rPr>
              <a:t>Реализованы базовые игровые механики и безопасная сессия</a:t>
            </a:r>
          </a:p>
          <a:p>
            <a:r>
              <a:rPr lang="ru-RU" sz="2000">
                <a:latin typeface="Aptos" panose="020B0004020202020204" pitchFamily="34" charset="0"/>
              </a:rPr>
              <a:t>Проект можно дальше развивать как полноценный продукт</a:t>
            </a:r>
          </a:p>
        </p:txBody>
      </p:sp>
    </p:spTree>
    <p:extLst>
      <p:ext uri="{BB962C8B-B14F-4D97-AF65-F5344CB8AC3E}">
        <p14:creationId xmlns:p14="http://schemas.microsoft.com/office/powerpoint/2010/main" val="234709531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295</Words>
  <Application>Microsoft Office PowerPoint</Application>
  <PresentationFormat>Широкоэкранный</PresentationFormat>
  <Paragraphs>59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Тема Office</vt:lpstr>
      <vt:lpstr>TopCoinClicker</vt:lpstr>
      <vt:lpstr>Идея Проекта</vt:lpstr>
      <vt:lpstr>Основной Функционал</vt:lpstr>
      <vt:lpstr>Архитектура</vt:lpstr>
      <vt:lpstr>Как Работает Система</vt:lpstr>
      <vt:lpstr>Игровая Логика</vt:lpstr>
      <vt:lpstr>Авторизация И Безопасность</vt:lpstr>
      <vt:lpstr>Что Было Важно В Разработке</vt:lpstr>
      <vt:lpstr>Почему Проект Полноценный</vt:lpstr>
      <vt:lpstr>Что Можно Улучшить Дальше</vt:lpstr>
      <vt:lpstr>Итог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r0kki</dc:creator>
  <cp:lastModifiedBy>r0kki</cp:lastModifiedBy>
  <cp:revision>1</cp:revision>
  <dcterms:created xsi:type="dcterms:W3CDTF">2026-03-12T20:21:16Z</dcterms:created>
  <dcterms:modified xsi:type="dcterms:W3CDTF">2026-03-12T20:21:16Z</dcterms:modified>
</cp:coreProperties>
</file>